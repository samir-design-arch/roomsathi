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457200"/>
            <a:ext cx="4572000" cy="45720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6C63FF"/>
                </a:solidFill>
                <a:latin typeface="Calibri"/>
              </a:defRPr>
            </a:pPr>
            <a:r>
              <a:rPr dirty="0"/>
              <a:t>ROOM</a:t>
            </a:r>
            <a:r>
              <a:rPr lang="en-GB" dirty="0"/>
              <a:t>S</a:t>
            </a:r>
            <a:r>
              <a:rPr dirty="0"/>
              <a:t>ATHI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Find Your Perfect Room in Nepal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Verified rooms, hostels, and flats across Kathmandu</a:t>
            </a:r>
            <a:br/>
            <a:r>
              <a:t>with AI-powered recommendations — No broker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Startup Pitch Deck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Finding a Room in Kathmandu is Broken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🔸  Scattered listings across Facebook, Tolet Nepal, &amp; brokers — no central platform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🔸  Heavy broker fees eat into already tight student &amp; young professional budgets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🔸  Fake listings &amp; room scams are rampant — no verification system exists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🔸  No real-time availability — rooms shown as available are already taken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🔸  Hard to compare: no standardized photos, prices, or amenities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🔸  Landlords struggle to find genuine tenants quickly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RoomSathi — Your Roommate-Finder &amp; Rental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✅  All verified listings — every room is physically verified before listing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✅  Zero broker fees — direct connect between tenants and landlords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✅  Real-time availability with live booking calendar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✅  AI-powered recommendations based on your preferences &amp; budget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✅  Standardized listing format with photos, video walkthroughs, and amenities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✅  In-app chat to connect tenants &amp; landlords instantly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✅  Ratings &amp; reviews for both tenants and properties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Simple 3-Step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65960" y="256032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65960" y="25603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BROWSE &amp;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Search verified rooms by</a:t>
            </a:r>
            <a:br/>
            <a:r>
              <a:t>location, budget, amenities,</a:t>
            </a:r>
            <a:br/>
            <a:r>
              <a:t>and property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23560" y="256032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0" y="25603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749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3891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Chat directly with landlords</a:t>
            </a:r>
            <a:br/>
            <a:r>
              <a:t>or existing tenants.</a:t>
            </a:r>
            <a:br/>
            <a:r>
              <a:t>No middlemen.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281160" y="256032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25603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749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MOVE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3891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Book a visit, finalize</a:t>
            </a:r>
            <a:br/>
            <a:r>
              <a:t>details, and move in.</a:t>
            </a:r>
            <a:br/>
            <a:r>
              <a:t>Zero broker fees.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Who We Serve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97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500K+ students in</a:t>
            </a:r>
            <a:br/>
            <a:r>
              <a:t>Kathmandu Valley</a:t>
            </a:r>
            <a:br/>
            <a:r>
              <a:t>looking for hostels &amp;</a:t>
            </a:r>
            <a:br/>
            <a:r>
              <a:t>shared rooms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Young Professionals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297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300K+ working</a:t>
            </a:r>
            <a:br/>
            <a:r>
              <a:t>professionals seeking</a:t>
            </a:r>
            <a:br/>
            <a:r>
              <a:t>flats &amp; apartments</a:t>
            </a:r>
            <a:br/>
            <a:r>
              <a:t>near their office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Landlords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97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50K+ property owners</a:t>
            </a:r>
            <a:br/>
            <a:r>
              <a:t>with vacant rooms</a:t>
            </a:r>
            <a:br/>
            <a:r>
              <a:t>wanting verified,</a:t>
            </a:r>
            <a:br/>
            <a:r>
              <a:t>reliable tenants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Built with Modern Web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017520" cy="164592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React framework with</a:t>
            </a:r>
            <a:br/>
            <a:r>
              <a:t>Turbopack for blazing</a:t>
            </a:r>
            <a:br/>
            <a:r>
              <a:t>fast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286000"/>
            <a:ext cx="3017520" cy="164592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9260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Type-safe codebase</a:t>
            </a:r>
            <a:br/>
            <a:r>
              <a:t>for reliability &amp;</a:t>
            </a:r>
            <a:br/>
            <a:r>
              <a:t>maintainability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286000"/>
            <a:ext cx="3017520" cy="164592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Calibri"/>
              </a:defRPr>
            </a:pPr>
            <a:r>
              <a:t>Tailwind CSS 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Utility-first CSS</a:t>
            </a:r>
            <a:br/>
            <a:r>
              <a:t>for beautiful,</a:t>
            </a:r>
            <a:br/>
            <a:r>
              <a:t>responsive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97680"/>
            <a:ext cx="3017520" cy="164592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Calibri"/>
              </a:defRPr>
            </a:pPr>
            <a:r>
              <a:t>shadcn/ui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Accessible, reusable</a:t>
            </a:r>
            <a:br/>
            <a:r>
              <a:t>components built on</a:t>
            </a:r>
            <a:br/>
            <a:r>
              <a:t>Radix UI primitives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297680"/>
            <a:ext cx="3017520" cy="164592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4480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9377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Smooth animations &amp;</a:t>
            </a:r>
            <a:br/>
            <a:r>
              <a:t>transitions for</a:t>
            </a:r>
            <a:br/>
            <a:r>
              <a:t>delightful UX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297680"/>
            <a:ext cx="3017520" cy="164592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4480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9377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Interactive data</a:t>
            </a:r>
            <a:br/>
            <a:r>
              <a:t>visualization for</a:t>
            </a:r>
            <a:br/>
            <a:r>
              <a:t>market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How We Make Money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2286000" cy="32004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Featured Listings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Landlords pay to boost their</a:t>
            </a:r>
            <a:br/>
            <a:r>
              <a:t>listings for faster visibility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286000"/>
            <a:ext cx="2286000" cy="32004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Premium Subscriptions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383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Tenants get unlimited</a:t>
            </a:r>
            <a:br/>
            <a:r>
              <a:t>saved searches &amp; alerts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2286000" cy="32004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Verified Badge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Paid verification for</a:t>
            </a:r>
            <a:br/>
            <a:r>
              <a:t>landlords &amp; properties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286000"/>
            <a:ext cx="2286000" cy="32004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Commission-Free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383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Basic listing &amp; connecting</a:t>
            </a:r>
            <a:br/>
            <a:r>
              <a:t>is always FREE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What's Next for RoomSathi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🚀  Q3 2026 — Beta launch in Kathmandu Valley with 500+ verified listings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📱  Q4 2026 — Mobile app (React Native) for iOS &amp; Android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🤖  Q1 2027 — AI-powered roommate matching &amp; price prediction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🏙️  Q2 2027 — Expansion to Pokhara, Chitwan, Bharatpur &amp; other cities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🔐  Q3 2027 — Digital lease agreements &amp; online rent payments</a:t>
            </a:r>
          </a:p>
          <a:p>
            <a:pPr>
              <a:spcAft>
                <a:spcPts val="800"/>
              </a:spcAft>
              <a:defRPr sz="1800">
                <a:solidFill>
                  <a:srgbClr val="F5F5FA"/>
                </a:solidFill>
                <a:latin typeface="Calibri"/>
              </a:defRPr>
            </a:pPr>
            <a:r>
              <a:t>🌍  Q4 2027 — Integration with NOC, citizenship e-verification &amp; PAN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Built by a Passionate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2743200" cy="32004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Vision &amp;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560320"/>
            <a:ext cx="2743200" cy="32004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👩‍🎨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Product &amp;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UX/UI &amp; Experience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560320"/>
            <a:ext cx="2743200" cy="32004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FFFFFF"/>
                </a:solidFill>
                <a:latin typeface="Calibri"/>
              </a:defRPr>
            </a:pPr>
            <a:r>
              <a:t>🧑‍💻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Lead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Full-stack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Let's Build the Future</a:t>
            </a:r>
            <a:br/>
            <a:r>
              <a:t>of Rental Housing in Nepal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Calibri"/>
              </a:defRPr>
            </a:pPr>
            <a:r>
              <a:t>Join us in making room hunting stress-free for millions of Nepalis.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63FF"/>
                </a:solidFill>
                <a:latin typeface="Calibri"/>
              </a:defRPr>
            </a:pPr>
            <a:r>
              <a:t>📧  hello@roomsathi.com  |  🌐  roomsathi.com  |  📍  Kathmandu, Nepal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Thank you! 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578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Samir Regmi</cp:lastModifiedBy>
  <cp:revision>2</cp:revision>
  <dcterms:created xsi:type="dcterms:W3CDTF">2013-01-27T09:14:16Z</dcterms:created>
  <dcterms:modified xsi:type="dcterms:W3CDTF">2026-07-04T04:02:10Z</dcterms:modified>
  <cp:category/>
</cp:coreProperties>
</file>